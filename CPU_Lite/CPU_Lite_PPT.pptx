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61" r:id="rId5"/>
    <p:sldId id="258" r:id="rId6"/>
    <p:sldId id="260" r:id="rId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121602-EAA8-4F1C-9FF7-6AF9819ED24A}" type="datetimeFigureOut">
              <a:rPr lang="en-DE" smtClean="0"/>
              <a:t>11/10/2026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E0FEC7-23AA-4FE2-9886-697A4B73E9C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256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CF9E9-299F-BB6A-80DE-757B5D5EF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F130C-B691-41BC-2FDB-972D01E91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FC827-7BE3-EE83-3095-D752BBFB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61571-DD67-4DB9-828E-8224F49D10F7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46AB1-F835-5DA5-F78C-25C5CBA7D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84102-73E2-EC46-0CD3-7714CDC8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84720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EEEF-038D-060D-822D-65B0A2C19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5D28-D7E5-77A6-D71F-738501E8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8B10C-AE46-6020-78E5-4AC84D4A2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2AD5-4B24-4ABD-947C-0B79DD411B70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B9B9B-0B4A-5EAB-8170-5C3F1C96B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09B89-0FFF-CA09-F3B5-95647F277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136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1C758-DE3C-D987-E3C0-DDA246FBF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FF786-2361-34E4-1936-0795876C7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9F643-F401-4292-DFE4-2A47626AD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00E591-0DD3-4063-9353-B7994991AA26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2299-5827-3C39-94B1-B8971C3C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1D616-B52A-2EA0-81EF-1BFF7041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35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A68D5-C2BE-51DD-E645-8CEE22BF5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43FD-FE2F-A7EC-C42C-53967ECC7F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D64E9-0555-30B0-F9B8-7E2B4F344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8A2DC-5766-3CB8-5F46-A4C96F98F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1A21E-E696-4D3A-AC14-818B200362B9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E1FFF-D983-AF64-3C0F-A5714904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A528F-A6CD-704C-0984-A4E7A1C8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601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74F7-B2AE-D0F1-8388-01B7D973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AA8B6-ACC5-7D39-EB5C-2C441CBC7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7312EB-A19B-A414-5005-D73DBD82C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C503F-37E0-F305-D9C0-30DDD29AE1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D99A5-5124-1AE5-F632-C0749BF3A0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42CEC-B194-1B41-2559-7A77E4FB8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0BFA8-8A0B-429B-8866-F0F19839FE2A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893790-F17A-29DF-E9AF-F7A1D45D5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4B6560-F523-260D-1390-03814FC9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0133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E38E-7D43-1CD9-353F-EC65FBE0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2299A-37C4-F803-D61E-319EBD598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E2B78-6173-44EE-AA8A-9FDFCD4A202E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5FDF2-EBBA-955F-4CB7-D05970DE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6AA6D9-4D7D-9168-73A4-A4CCA28F6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4920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39B891-1BBA-9919-340B-B24D333EA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C95DE-1BBF-4297-B01A-9D1D0DAB67F7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A2913D-5898-6BCC-C0F9-7DDAF7410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C6842-72C0-E92B-A921-C54FA81C4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59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FD925-B493-0808-F68C-C63FEC891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E0647-7656-BE9D-3EBB-8609758A9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3CE847-3785-885F-4DB0-B580DC0CE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E913D5-F2B7-74E4-B664-B95365A33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DAB5A-3AF1-455B-B52A-7F093A6F8B11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25973F-B7CC-66F9-B21F-DF61D998A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D312F-F144-58BF-CF94-506FD2D24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8192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EFE54-CB59-5780-3AEA-3F1AEB581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F5956-3780-53A5-8C34-A381EB0B640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CB6C3C-4FD0-F8E5-3808-81029DA43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801EF-EA41-0E7B-57CE-953DDED0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D3544-4A9A-4482-8049-1F4A5A0FB2CC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26337-EBB7-1A36-90E9-882083833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6B53A2-4A6C-B63E-B374-CE36F43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8311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0AA20-413A-15AC-94EA-62CE81F6C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97E59B-275E-971B-7CA6-D24856D03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AD0EE-6DAC-C4E1-A46B-B58D89724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D51F6-4284-4068-A837-7C1D9F8E0C33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EB025-06E5-BAA8-91F7-BB594036F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B7DC-5449-4D0F-D773-EAABC482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420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4BC15D-8B63-A75F-00BF-54EBFBBB3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611683-02A2-BF72-1BE7-96B926BDD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F22F4-910D-D18B-3DA0-A6285012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440-5D12-45B5-9174-2FE7550F8EDC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2EAB6-913C-2FB3-DBDD-15CF6F31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97BD2-D04D-245D-C9BD-B76DE5363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27707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7BC6BC-ED95-9732-32CA-E457F9994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257EC-E7CC-7D44-B11A-12BE74957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A793-2D3A-F9E4-0D94-F2EEEB51FB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FB065-BC28-4C5F-8855-6FB69D25D066}" type="datetime8">
              <a:rPr lang="en-DE" smtClean="0"/>
              <a:t>11/10/2026 10:28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3CC66-9C9A-F6D3-6FA8-B45CF38F5A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D661B-0E0A-7D8A-5007-E34F95645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93300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slide" Target="slide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021B-D538-4382-596A-D225FEA669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CPU_Lite</a:t>
            </a:r>
            <a:endParaRPr lang="en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55195-68EA-D21F-B2B5-2020E14ABD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26298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B5473-5CE9-DF45-9D0F-6F6C6ADEA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66300725"/>
                  </p:ext>
                </p:extLst>
              </p:nvPr>
            </p:nvGraphicFramePr>
            <p:xfrm>
              <a:off x="9103503" y="326953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03503" y="326953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8F509AD-F017-C23E-94D9-CA3B0FF3DF89}"/>
              </a:ext>
            </a:extLst>
          </p:cNvPr>
          <p:cNvSpPr txBox="1"/>
          <p:nvPr/>
        </p:nvSpPr>
        <p:spPr>
          <a:xfrm>
            <a:off x="9185629" y="2880360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077A69-60A9-78A9-BC68-E659F10C4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651205" y="1401342"/>
            <a:ext cx="8889590" cy="4541890"/>
          </a:xfrm>
          <a:prstGeom prst="rect">
            <a:avLst/>
          </a:prstGeom>
        </p:spPr>
      </p:pic>
      <p:pic>
        <p:nvPicPr>
          <p:cNvPr id="3" name="Picture 2" descr="Leading Engineering &amp; Technology Services | Mirafra">
            <a:extLst>
              <a:ext uri="{FF2B5EF4-FFF2-40B4-BE49-F238E27FC236}">
                <a16:creationId xmlns:a16="http://schemas.microsoft.com/office/drawing/2014/main" id="{A6330863-EDA7-B27F-B836-8E5C4AB0A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406" y="365125"/>
            <a:ext cx="1182788" cy="3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45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DF96B-7B1F-6643-79AA-F822083C2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AE9E310-F525-44D3-DDBB-4AC4E6CFFA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30"/>
          <a:stretch>
            <a:fillRect/>
          </a:stretch>
        </p:blipFill>
        <p:spPr>
          <a:xfrm>
            <a:off x="-1" y="1258529"/>
            <a:ext cx="12196438" cy="4667966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80505474"/>
                  </p:ext>
                </p:extLst>
              </p:nvPr>
            </p:nvGraphicFramePr>
            <p:xfrm>
              <a:off x="9057783" y="313495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57783" y="313495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64E9FBA-8E31-72B8-869A-13FB072B5D16}"/>
              </a:ext>
            </a:extLst>
          </p:cNvPr>
          <p:cNvSpPr txBox="1"/>
          <p:nvPr/>
        </p:nvSpPr>
        <p:spPr>
          <a:xfrm>
            <a:off x="9139909" y="2934898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eading Engineering &amp; Technology Services | Mirafra">
            <a:extLst>
              <a:ext uri="{FF2B5EF4-FFF2-40B4-BE49-F238E27FC236}">
                <a16:creationId xmlns:a16="http://schemas.microsoft.com/office/drawing/2014/main" id="{F0613DE6-8F75-4A7B-E887-DED473BE48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9509" y="176848"/>
            <a:ext cx="2124469" cy="70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360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A0A4E-D05B-EA7C-5D7D-F7E7EDF66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0AD9ED-011F-D3E7-4415-51B037DDB4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30"/>
          <a:stretch>
            <a:fillRect/>
          </a:stretch>
        </p:blipFill>
        <p:spPr>
          <a:xfrm>
            <a:off x="-1" y="1258529"/>
            <a:ext cx="12196438" cy="4667966"/>
          </a:xfrm>
          <a:prstGeom prst="rect">
            <a:avLst/>
          </a:prstGeom>
        </p:spPr>
      </p:pic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E74E6645-C8C1-72BB-F45A-FEC7C532E48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057783" y="313495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E74E6645-C8C1-72BB-F45A-FEC7C532E4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57783" y="313495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93E69A5-679C-F861-B428-21DDED247BF6}"/>
              </a:ext>
            </a:extLst>
          </p:cNvPr>
          <p:cNvSpPr/>
          <p:nvPr/>
        </p:nvSpPr>
        <p:spPr>
          <a:xfrm>
            <a:off x="2261419" y="1258529"/>
            <a:ext cx="9682559" cy="3431459"/>
          </a:xfrm>
          <a:custGeom>
            <a:avLst/>
            <a:gdLst>
              <a:gd name="csX0" fmla="*/ 7973962 w 9682559"/>
              <a:gd name="csY0" fmla="*/ 1676370 h 3431459"/>
              <a:gd name="csX1" fmla="*/ 9682559 w 9682559"/>
              <a:gd name="csY1" fmla="*/ 1676370 h 3431459"/>
              <a:gd name="csX2" fmla="*/ 9682559 w 9682559"/>
              <a:gd name="csY2" fmla="*/ 2763026 h 3431459"/>
              <a:gd name="csX3" fmla="*/ 7973962 w 9682559"/>
              <a:gd name="csY3" fmla="*/ 2763026 h 3431459"/>
              <a:gd name="csX4" fmla="*/ 6312310 w 9682559"/>
              <a:gd name="csY4" fmla="*/ 0 h 3431459"/>
              <a:gd name="csX5" fmla="*/ 9682559 w 9682559"/>
              <a:gd name="csY5" fmla="*/ 0 h 3431459"/>
              <a:gd name="csX6" fmla="*/ 9682559 w 9682559"/>
              <a:gd name="csY6" fmla="*/ 1676368 h 3431459"/>
              <a:gd name="csX7" fmla="*/ 6312310 w 9682559"/>
              <a:gd name="csY7" fmla="*/ 1676368 h 3431459"/>
              <a:gd name="csX8" fmla="*/ 6312310 w 9682559"/>
              <a:gd name="csY8" fmla="*/ 3431459 h 3431459"/>
              <a:gd name="csX9" fmla="*/ 0 w 9682559"/>
              <a:gd name="csY9" fmla="*/ 3431459 h 3431459"/>
              <a:gd name="csX10" fmla="*/ 0 w 9682559"/>
              <a:gd name="csY10" fmla="*/ 1 h 3431459"/>
              <a:gd name="csX11" fmla="*/ 6312310 w 9682559"/>
              <a:gd name="csY11" fmla="*/ 1 h 34314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9682559" h="3431459">
                <a:moveTo>
                  <a:pt x="7973962" y="1676370"/>
                </a:moveTo>
                <a:lnTo>
                  <a:pt x="9682559" y="1676370"/>
                </a:lnTo>
                <a:lnTo>
                  <a:pt x="9682559" y="2763026"/>
                </a:lnTo>
                <a:lnTo>
                  <a:pt x="7973962" y="2763026"/>
                </a:lnTo>
                <a:close/>
                <a:moveTo>
                  <a:pt x="6312310" y="0"/>
                </a:moveTo>
                <a:lnTo>
                  <a:pt x="9682559" y="0"/>
                </a:lnTo>
                <a:lnTo>
                  <a:pt x="9682559" y="1676368"/>
                </a:lnTo>
                <a:lnTo>
                  <a:pt x="6312310" y="1676368"/>
                </a:lnTo>
                <a:lnTo>
                  <a:pt x="6312310" y="3431459"/>
                </a:lnTo>
                <a:lnTo>
                  <a:pt x="0" y="3431459"/>
                </a:lnTo>
                <a:lnTo>
                  <a:pt x="0" y="1"/>
                </a:lnTo>
                <a:lnTo>
                  <a:pt x="6312310" y="1"/>
                </a:lnTo>
                <a:close/>
              </a:path>
            </a:pathLst>
          </a:custGeom>
          <a:noFill/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D2CB16-D880-A491-3CFE-CEAA43FCF67B}"/>
              </a:ext>
            </a:extLst>
          </p:cNvPr>
          <p:cNvSpPr txBox="1"/>
          <p:nvPr/>
        </p:nvSpPr>
        <p:spPr>
          <a:xfrm>
            <a:off x="9139909" y="2934898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eading Engineering &amp; Technology Services | Mirafra">
            <a:extLst>
              <a:ext uri="{FF2B5EF4-FFF2-40B4-BE49-F238E27FC236}">
                <a16:creationId xmlns:a16="http://schemas.microsoft.com/office/drawing/2014/main" id="{19E44436-BDB6-A546-F22F-28BB139D8E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509" y="176848"/>
            <a:ext cx="2124469" cy="70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19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A528-5305-9DD9-2C03-273C6C3C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E8E-9AA8-D893-CFAF-5E117EF49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E4D718-5802-93FC-A821-1691B7FBF5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8315"/>
            <a:ext cx="10515600" cy="4345957"/>
          </a:xfrm>
          <a:prstGeom prst="rect">
            <a:avLst/>
          </a:prstGeom>
        </p:spPr>
      </p:pic>
      <p:pic>
        <p:nvPicPr>
          <p:cNvPr id="4" name="Picture 3" descr="Leading Engineering &amp; Technology Services | Mirafra">
            <a:extLst>
              <a:ext uri="{FF2B5EF4-FFF2-40B4-BE49-F238E27FC236}">
                <a16:creationId xmlns:a16="http://schemas.microsoft.com/office/drawing/2014/main" id="{3C3F988E-C8CB-E61D-F0FB-F048101A1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509" y="176848"/>
            <a:ext cx="2124469" cy="70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2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4980F-2A4F-326F-10E9-07891230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C37F4-FAAD-6E66-347D-A1FDBF83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F11C02-74E8-9C56-0AC9-A35AE4895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7700" y="116683"/>
            <a:ext cx="3396599" cy="6624633"/>
          </a:xfrm>
          <a:prstGeom prst="rect">
            <a:avLst/>
          </a:prstGeom>
        </p:spPr>
      </p:pic>
      <p:pic>
        <p:nvPicPr>
          <p:cNvPr id="4" name="Picture 3" descr="Leading Engineering &amp; Technology Services | Mirafra">
            <a:extLst>
              <a:ext uri="{FF2B5EF4-FFF2-40B4-BE49-F238E27FC236}">
                <a16:creationId xmlns:a16="http://schemas.microsoft.com/office/drawing/2014/main" id="{2B41532C-450D-442C-1EA3-58DE6465E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509" y="176848"/>
            <a:ext cx="2124469" cy="70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49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9</Words>
  <Application>Microsoft Office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CPU_Lite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Abiramasundar S</dc:creator>
  <cp:lastModifiedBy>Abiramasundar S</cp:lastModifiedBy>
  <cp:revision>4</cp:revision>
  <dcterms:created xsi:type="dcterms:W3CDTF">2026-10-09T11:50:40Z</dcterms:created>
  <dcterms:modified xsi:type="dcterms:W3CDTF">2026-10-11T14:22:37Z</dcterms:modified>
</cp:coreProperties>
</file>